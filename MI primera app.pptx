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2B8C388-FDCA-470F-881B-95DF9343535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6C32F886-0DA8-4272-8A32-6B386363BEF7}">
      <dgm:prSet/>
      <dgm:spPr/>
      <dgm:t>
        <a:bodyPr/>
        <a:lstStyle/>
        <a:p>
          <a:r>
            <a:rPr lang="es-CL"/>
            <a:t>Visual code stude</a:t>
          </a:r>
          <a:endParaRPr lang="en-US"/>
        </a:p>
      </dgm:t>
    </dgm:pt>
    <dgm:pt modelId="{3EDE4A74-3B73-46DC-B8B8-8A61AFE21797}" type="parTrans" cxnId="{1CBABC37-7C92-4E7C-8B03-FBE2E0CD0DD2}">
      <dgm:prSet/>
      <dgm:spPr/>
      <dgm:t>
        <a:bodyPr/>
        <a:lstStyle/>
        <a:p>
          <a:endParaRPr lang="en-US"/>
        </a:p>
      </dgm:t>
    </dgm:pt>
    <dgm:pt modelId="{8973E9F7-BDD0-47AB-AD15-E0522FD1B0F2}" type="sibTrans" cxnId="{1CBABC37-7C92-4E7C-8B03-FBE2E0CD0DD2}">
      <dgm:prSet/>
      <dgm:spPr/>
      <dgm:t>
        <a:bodyPr/>
        <a:lstStyle/>
        <a:p>
          <a:endParaRPr lang="en-US"/>
        </a:p>
      </dgm:t>
    </dgm:pt>
    <dgm:pt modelId="{C17E6F63-DC41-4758-9F46-216F488E2862}">
      <dgm:prSet/>
      <dgm:spPr/>
      <dgm:t>
        <a:bodyPr/>
        <a:lstStyle/>
        <a:p>
          <a:r>
            <a:rPr lang="es-CL"/>
            <a:t>Angular </a:t>
          </a:r>
          <a:endParaRPr lang="en-US"/>
        </a:p>
      </dgm:t>
    </dgm:pt>
    <dgm:pt modelId="{98AA2803-0725-48A1-BD0D-03C7D28797D7}" type="parTrans" cxnId="{4BE24F62-EA7F-4E3F-906A-8B58A4C585F1}">
      <dgm:prSet/>
      <dgm:spPr/>
      <dgm:t>
        <a:bodyPr/>
        <a:lstStyle/>
        <a:p>
          <a:endParaRPr lang="en-US"/>
        </a:p>
      </dgm:t>
    </dgm:pt>
    <dgm:pt modelId="{A36858A8-16D4-4718-A7D6-F92EF8503916}" type="sibTrans" cxnId="{4BE24F62-EA7F-4E3F-906A-8B58A4C585F1}">
      <dgm:prSet/>
      <dgm:spPr/>
      <dgm:t>
        <a:bodyPr/>
        <a:lstStyle/>
        <a:p>
          <a:endParaRPr lang="en-US"/>
        </a:p>
      </dgm:t>
    </dgm:pt>
    <dgm:pt modelId="{9229734E-9346-4FD1-8258-5466CB79074B}">
      <dgm:prSet/>
      <dgm:spPr/>
      <dgm:t>
        <a:bodyPr/>
        <a:lstStyle/>
        <a:p>
          <a:r>
            <a:rPr lang="es-CL"/>
            <a:t>NodeJS.</a:t>
          </a:r>
          <a:endParaRPr lang="en-US"/>
        </a:p>
      </dgm:t>
    </dgm:pt>
    <dgm:pt modelId="{809EC27E-53D5-4B5D-939B-C803A2EFFB61}" type="parTrans" cxnId="{A3114E4D-5B78-4FC6-B0FD-35A573146B9F}">
      <dgm:prSet/>
      <dgm:spPr/>
      <dgm:t>
        <a:bodyPr/>
        <a:lstStyle/>
        <a:p>
          <a:endParaRPr lang="en-US"/>
        </a:p>
      </dgm:t>
    </dgm:pt>
    <dgm:pt modelId="{81C96718-0E66-49B4-BA21-F3E83E48FE7F}" type="sibTrans" cxnId="{A3114E4D-5B78-4FC6-B0FD-35A573146B9F}">
      <dgm:prSet/>
      <dgm:spPr/>
      <dgm:t>
        <a:bodyPr/>
        <a:lstStyle/>
        <a:p>
          <a:endParaRPr lang="en-US"/>
        </a:p>
      </dgm:t>
    </dgm:pt>
    <dgm:pt modelId="{DF66599B-922A-442E-B194-96A0FF6FBFDF}">
      <dgm:prSet/>
      <dgm:spPr/>
      <dgm:t>
        <a:bodyPr/>
        <a:lstStyle/>
        <a:p>
          <a:r>
            <a:rPr lang="en-US" dirty="0"/>
            <a:t>SQLITE</a:t>
          </a:r>
        </a:p>
      </dgm:t>
    </dgm:pt>
    <dgm:pt modelId="{2F93B3B7-1275-46A4-8B8F-5BE25C89E022}" type="parTrans" cxnId="{DBB46C50-837B-48DA-A63D-DD36BF1C813B}">
      <dgm:prSet/>
      <dgm:spPr/>
      <dgm:t>
        <a:bodyPr/>
        <a:lstStyle/>
        <a:p>
          <a:endParaRPr lang="es-CL"/>
        </a:p>
      </dgm:t>
    </dgm:pt>
    <dgm:pt modelId="{210973CC-5C8E-4285-8E36-934B04AC7D96}" type="sibTrans" cxnId="{DBB46C50-837B-48DA-A63D-DD36BF1C813B}">
      <dgm:prSet/>
      <dgm:spPr/>
      <dgm:t>
        <a:bodyPr/>
        <a:lstStyle/>
        <a:p>
          <a:endParaRPr lang="es-CL"/>
        </a:p>
      </dgm:t>
    </dgm:pt>
    <dgm:pt modelId="{895245DE-3BBC-41C4-B8C7-E12DA0C1424B}">
      <dgm:prSet/>
      <dgm:spPr/>
      <dgm:t>
        <a:bodyPr/>
        <a:lstStyle/>
        <a:p>
          <a:r>
            <a:rPr lang="en-US" dirty="0"/>
            <a:t>Apis</a:t>
          </a:r>
        </a:p>
      </dgm:t>
    </dgm:pt>
    <dgm:pt modelId="{421A2E37-CF6E-41DE-8B76-D15A49C06BAE}" type="parTrans" cxnId="{40CCE636-D719-4AB9-87F1-23031E436061}">
      <dgm:prSet/>
      <dgm:spPr/>
      <dgm:t>
        <a:bodyPr/>
        <a:lstStyle/>
        <a:p>
          <a:endParaRPr lang="es-CL"/>
        </a:p>
      </dgm:t>
    </dgm:pt>
    <dgm:pt modelId="{315332AB-3FB1-4A46-ACDD-BD9B883A6377}" type="sibTrans" cxnId="{40CCE636-D719-4AB9-87F1-23031E436061}">
      <dgm:prSet/>
      <dgm:spPr/>
      <dgm:t>
        <a:bodyPr/>
        <a:lstStyle/>
        <a:p>
          <a:endParaRPr lang="es-CL"/>
        </a:p>
      </dgm:t>
    </dgm:pt>
    <dgm:pt modelId="{7C24AE26-5716-44E2-8EB5-0D3C247F29AF}" type="pres">
      <dgm:prSet presAssocID="{82B8C388-FDCA-470F-881B-95DF9343535E}" presName="linear" presStyleCnt="0">
        <dgm:presLayoutVars>
          <dgm:animLvl val="lvl"/>
          <dgm:resizeHandles val="exact"/>
        </dgm:presLayoutVars>
      </dgm:prSet>
      <dgm:spPr/>
    </dgm:pt>
    <dgm:pt modelId="{5D2C2FEC-C6E6-4B56-9C9B-9C11A38055B0}" type="pres">
      <dgm:prSet presAssocID="{6C32F886-0DA8-4272-8A32-6B386363BEF7}" presName="parentText" presStyleLbl="node1" presStyleIdx="0" presStyleCnt="5">
        <dgm:presLayoutVars>
          <dgm:chMax val="0"/>
          <dgm:bulletEnabled val="1"/>
        </dgm:presLayoutVars>
      </dgm:prSet>
      <dgm:spPr/>
    </dgm:pt>
    <dgm:pt modelId="{1624C6AF-47F9-4945-B398-74A85E51606A}" type="pres">
      <dgm:prSet presAssocID="{8973E9F7-BDD0-47AB-AD15-E0522FD1B0F2}" presName="spacer" presStyleCnt="0"/>
      <dgm:spPr/>
    </dgm:pt>
    <dgm:pt modelId="{A01DF920-5CA8-4838-921D-75B68324C1F0}" type="pres">
      <dgm:prSet presAssocID="{C17E6F63-DC41-4758-9F46-216F488E2862}" presName="parentText" presStyleLbl="node1" presStyleIdx="1" presStyleCnt="5">
        <dgm:presLayoutVars>
          <dgm:chMax val="0"/>
          <dgm:bulletEnabled val="1"/>
        </dgm:presLayoutVars>
      </dgm:prSet>
      <dgm:spPr/>
    </dgm:pt>
    <dgm:pt modelId="{17DFE447-247B-4657-95C4-4E769E09AAC3}" type="pres">
      <dgm:prSet presAssocID="{A36858A8-16D4-4718-A7D6-F92EF8503916}" presName="spacer" presStyleCnt="0"/>
      <dgm:spPr/>
    </dgm:pt>
    <dgm:pt modelId="{81C1DE34-32B9-4C42-8336-9C09F44E362D}" type="pres">
      <dgm:prSet presAssocID="{9229734E-9346-4FD1-8258-5466CB79074B}" presName="parentText" presStyleLbl="node1" presStyleIdx="2" presStyleCnt="5">
        <dgm:presLayoutVars>
          <dgm:chMax val="0"/>
          <dgm:bulletEnabled val="1"/>
        </dgm:presLayoutVars>
      </dgm:prSet>
      <dgm:spPr/>
    </dgm:pt>
    <dgm:pt modelId="{848C17B5-3FBC-4F63-9989-5563FFB10246}" type="pres">
      <dgm:prSet presAssocID="{81C96718-0E66-49B4-BA21-F3E83E48FE7F}" presName="spacer" presStyleCnt="0"/>
      <dgm:spPr/>
    </dgm:pt>
    <dgm:pt modelId="{823E46C7-91F4-407A-B5E3-69C4D32B92A5}" type="pres">
      <dgm:prSet presAssocID="{DF66599B-922A-442E-B194-96A0FF6FBFDF}" presName="parentText" presStyleLbl="node1" presStyleIdx="3" presStyleCnt="5">
        <dgm:presLayoutVars>
          <dgm:chMax val="0"/>
          <dgm:bulletEnabled val="1"/>
        </dgm:presLayoutVars>
      </dgm:prSet>
      <dgm:spPr/>
    </dgm:pt>
    <dgm:pt modelId="{1AA679A6-6AC5-49E7-851C-5EEDC8AE67F5}" type="pres">
      <dgm:prSet presAssocID="{210973CC-5C8E-4285-8E36-934B04AC7D96}" presName="spacer" presStyleCnt="0"/>
      <dgm:spPr/>
    </dgm:pt>
    <dgm:pt modelId="{4B38B837-0BC6-4F37-BE86-FAA4D2FC2F49}" type="pres">
      <dgm:prSet presAssocID="{895245DE-3BBC-41C4-B8C7-E12DA0C1424B}" presName="parentText" presStyleLbl="node1" presStyleIdx="4" presStyleCnt="5">
        <dgm:presLayoutVars>
          <dgm:chMax val="0"/>
          <dgm:bulletEnabled val="1"/>
        </dgm:presLayoutVars>
      </dgm:prSet>
      <dgm:spPr/>
    </dgm:pt>
  </dgm:ptLst>
  <dgm:cxnLst>
    <dgm:cxn modelId="{60661A14-C006-4A44-937E-0FAC9498B7C9}" type="presOf" srcId="{6C32F886-0DA8-4272-8A32-6B386363BEF7}" destId="{5D2C2FEC-C6E6-4B56-9C9B-9C11A38055B0}" srcOrd="0" destOrd="0" presId="urn:microsoft.com/office/officeart/2005/8/layout/vList2"/>
    <dgm:cxn modelId="{04CBCC2B-CD1D-4004-BB16-16A1FA89FDEA}" type="presOf" srcId="{82B8C388-FDCA-470F-881B-95DF9343535E}" destId="{7C24AE26-5716-44E2-8EB5-0D3C247F29AF}" srcOrd="0" destOrd="0" presId="urn:microsoft.com/office/officeart/2005/8/layout/vList2"/>
    <dgm:cxn modelId="{40CCE636-D719-4AB9-87F1-23031E436061}" srcId="{82B8C388-FDCA-470F-881B-95DF9343535E}" destId="{895245DE-3BBC-41C4-B8C7-E12DA0C1424B}" srcOrd="4" destOrd="0" parTransId="{421A2E37-CF6E-41DE-8B76-D15A49C06BAE}" sibTransId="{315332AB-3FB1-4A46-ACDD-BD9B883A6377}"/>
    <dgm:cxn modelId="{1CBABC37-7C92-4E7C-8B03-FBE2E0CD0DD2}" srcId="{82B8C388-FDCA-470F-881B-95DF9343535E}" destId="{6C32F886-0DA8-4272-8A32-6B386363BEF7}" srcOrd="0" destOrd="0" parTransId="{3EDE4A74-3B73-46DC-B8B8-8A61AFE21797}" sibTransId="{8973E9F7-BDD0-47AB-AD15-E0522FD1B0F2}"/>
    <dgm:cxn modelId="{C2345438-00B2-41B7-91C9-EDE18AD6938B}" type="presOf" srcId="{895245DE-3BBC-41C4-B8C7-E12DA0C1424B}" destId="{4B38B837-0BC6-4F37-BE86-FAA4D2FC2F49}" srcOrd="0" destOrd="0" presId="urn:microsoft.com/office/officeart/2005/8/layout/vList2"/>
    <dgm:cxn modelId="{D922D341-6F61-408B-B3F1-97D7CA3B3897}" type="presOf" srcId="{C17E6F63-DC41-4758-9F46-216F488E2862}" destId="{A01DF920-5CA8-4838-921D-75B68324C1F0}" srcOrd="0" destOrd="0" presId="urn:microsoft.com/office/officeart/2005/8/layout/vList2"/>
    <dgm:cxn modelId="{4BE24F62-EA7F-4E3F-906A-8B58A4C585F1}" srcId="{82B8C388-FDCA-470F-881B-95DF9343535E}" destId="{C17E6F63-DC41-4758-9F46-216F488E2862}" srcOrd="1" destOrd="0" parTransId="{98AA2803-0725-48A1-BD0D-03C7D28797D7}" sibTransId="{A36858A8-16D4-4718-A7D6-F92EF8503916}"/>
    <dgm:cxn modelId="{A3114E4D-5B78-4FC6-B0FD-35A573146B9F}" srcId="{82B8C388-FDCA-470F-881B-95DF9343535E}" destId="{9229734E-9346-4FD1-8258-5466CB79074B}" srcOrd="2" destOrd="0" parTransId="{809EC27E-53D5-4B5D-939B-C803A2EFFB61}" sibTransId="{81C96718-0E66-49B4-BA21-F3E83E48FE7F}"/>
    <dgm:cxn modelId="{DBB46C50-837B-48DA-A63D-DD36BF1C813B}" srcId="{82B8C388-FDCA-470F-881B-95DF9343535E}" destId="{DF66599B-922A-442E-B194-96A0FF6FBFDF}" srcOrd="3" destOrd="0" parTransId="{2F93B3B7-1275-46A4-8B8F-5BE25C89E022}" sibTransId="{210973CC-5C8E-4285-8E36-934B04AC7D96}"/>
    <dgm:cxn modelId="{C0665CB5-24CC-4357-94BC-4BC9B9007069}" type="presOf" srcId="{DF66599B-922A-442E-B194-96A0FF6FBFDF}" destId="{823E46C7-91F4-407A-B5E3-69C4D32B92A5}" srcOrd="0" destOrd="0" presId="urn:microsoft.com/office/officeart/2005/8/layout/vList2"/>
    <dgm:cxn modelId="{9345C4D2-AFD2-485E-8892-640BC78DE502}" type="presOf" srcId="{9229734E-9346-4FD1-8258-5466CB79074B}" destId="{81C1DE34-32B9-4C42-8336-9C09F44E362D}" srcOrd="0" destOrd="0" presId="urn:microsoft.com/office/officeart/2005/8/layout/vList2"/>
    <dgm:cxn modelId="{F84B4ED8-C2D3-474B-BF65-7DB14EBEE9A3}" type="presParOf" srcId="{7C24AE26-5716-44E2-8EB5-0D3C247F29AF}" destId="{5D2C2FEC-C6E6-4B56-9C9B-9C11A38055B0}" srcOrd="0" destOrd="0" presId="urn:microsoft.com/office/officeart/2005/8/layout/vList2"/>
    <dgm:cxn modelId="{E0FB130E-B609-441B-B675-2A348350E161}" type="presParOf" srcId="{7C24AE26-5716-44E2-8EB5-0D3C247F29AF}" destId="{1624C6AF-47F9-4945-B398-74A85E51606A}" srcOrd="1" destOrd="0" presId="urn:microsoft.com/office/officeart/2005/8/layout/vList2"/>
    <dgm:cxn modelId="{81164B6F-7E44-49BD-9552-875750F42A86}" type="presParOf" srcId="{7C24AE26-5716-44E2-8EB5-0D3C247F29AF}" destId="{A01DF920-5CA8-4838-921D-75B68324C1F0}" srcOrd="2" destOrd="0" presId="urn:microsoft.com/office/officeart/2005/8/layout/vList2"/>
    <dgm:cxn modelId="{33F80DF2-F1C7-4C43-B54A-C4CE8B8A2BAC}" type="presParOf" srcId="{7C24AE26-5716-44E2-8EB5-0D3C247F29AF}" destId="{17DFE447-247B-4657-95C4-4E769E09AAC3}" srcOrd="3" destOrd="0" presId="urn:microsoft.com/office/officeart/2005/8/layout/vList2"/>
    <dgm:cxn modelId="{7BBD2E91-124F-4A32-9CC2-795FD1ACACD1}" type="presParOf" srcId="{7C24AE26-5716-44E2-8EB5-0D3C247F29AF}" destId="{81C1DE34-32B9-4C42-8336-9C09F44E362D}" srcOrd="4" destOrd="0" presId="urn:microsoft.com/office/officeart/2005/8/layout/vList2"/>
    <dgm:cxn modelId="{92D733B3-E52F-4BAA-8A57-E6EAB584751A}" type="presParOf" srcId="{7C24AE26-5716-44E2-8EB5-0D3C247F29AF}" destId="{848C17B5-3FBC-4F63-9989-5563FFB10246}" srcOrd="5" destOrd="0" presId="urn:microsoft.com/office/officeart/2005/8/layout/vList2"/>
    <dgm:cxn modelId="{0B01886C-7DC0-4C62-B37A-E9E96C93F02A}" type="presParOf" srcId="{7C24AE26-5716-44E2-8EB5-0D3C247F29AF}" destId="{823E46C7-91F4-407A-B5E3-69C4D32B92A5}" srcOrd="6" destOrd="0" presId="urn:microsoft.com/office/officeart/2005/8/layout/vList2"/>
    <dgm:cxn modelId="{457CAF44-6188-48D9-8E6F-341E60B1DB98}" type="presParOf" srcId="{7C24AE26-5716-44E2-8EB5-0D3C247F29AF}" destId="{1AA679A6-6AC5-49E7-851C-5EEDC8AE67F5}" srcOrd="7" destOrd="0" presId="urn:microsoft.com/office/officeart/2005/8/layout/vList2"/>
    <dgm:cxn modelId="{9588AF86-D94B-4CC9-A530-C130F5BDA58F}" type="presParOf" srcId="{7C24AE26-5716-44E2-8EB5-0D3C247F29AF}" destId="{4B38B837-0BC6-4F37-BE86-FAA4D2FC2F4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4E1AC2-469B-4663-92B0-8AA834A3FAA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8E95FDB-08C2-412B-95C8-F9411619E935}">
      <dgm:prSet/>
      <dgm:spPr/>
      <dgm:t>
        <a:bodyPr/>
        <a:lstStyle/>
        <a:p>
          <a:r>
            <a:rPr lang="es-CL"/>
            <a:t>La educación es un privilegio cuando será normalizada y todos tengan educación de calidad la sociedad, cuando la sociedad tenga esta solución, el mundo avanzara a un mejor presente donde habrá mas equidad.</a:t>
          </a:r>
          <a:endParaRPr lang="en-US"/>
        </a:p>
      </dgm:t>
    </dgm:pt>
    <dgm:pt modelId="{E80FEB46-CFAE-479D-9EED-8EC72E6B4FB2}" type="parTrans" cxnId="{A74EE175-E743-42FC-A32B-798CB66030B6}">
      <dgm:prSet/>
      <dgm:spPr/>
      <dgm:t>
        <a:bodyPr/>
        <a:lstStyle/>
        <a:p>
          <a:endParaRPr lang="en-US"/>
        </a:p>
      </dgm:t>
    </dgm:pt>
    <dgm:pt modelId="{72806F14-E0C1-4F65-8CD0-F5BFC991922B}" type="sibTrans" cxnId="{A74EE175-E743-42FC-A32B-798CB66030B6}">
      <dgm:prSet/>
      <dgm:spPr/>
      <dgm:t>
        <a:bodyPr/>
        <a:lstStyle/>
        <a:p>
          <a:endParaRPr lang="en-US"/>
        </a:p>
      </dgm:t>
    </dgm:pt>
    <dgm:pt modelId="{0FE464BC-3FF7-4480-AE12-852DD0817FCD}">
      <dgm:prSet/>
      <dgm:spPr/>
      <dgm:t>
        <a:bodyPr/>
        <a:lstStyle/>
        <a:p>
          <a:r>
            <a:rPr lang="es-CL"/>
            <a:t>Quiero que sea una app funcional donde la gente sepa en que confiar, algo que sea en competencia en el área digital, el conocimiento dejara der un privilegio sino un derecho.</a:t>
          </a:r>
          <a:endParaRPr lang="en-US"/>
        </a:p>
      </dgm:t>
    </dgm:pt>
    <dgm:pt modelId="{F018A27F-CEEE-4959-8594-C560C573338C}" type="parTrans" cxnId="{BE2D23F6-E8EB-4466-B568-24358D1617E1}">
      <dgm:prSet/>
      <dgm:spPr/>
      <dgm:t>
        <a:bodyPr/>
        <a:lstStyle/>
        <a:p>
          <a:endParaRPr lang="en-US"/>
        </a:p>
      </dgm:t>
    </dgm:pt>
    <dgm:pt modelId="{8898CC11-B3AE-4A16-B53E-31B5316794B1}" type="sibTrans" cxnId="{BE2D23F6-E8EB-4466-B568-24358D1617E1}">
      <dgm:prSet/>
      <dgm:spPr/>
      <dgm:t>
        <a:bodyPr/>
        <a:lstStyle/>
        <a:p>
          <a:endParaRPr lang="en-US"/>
        </a:p>
      </dgm:t>
    </dgm:pt>
    <dgm:pt modelId="{44A8C0FB-78B4-4A37-AB9B-A86780246F31}" type="pres">
      <dgm:prSet presAssocID="{014E1AC2-469B-4663-92B0-8AA834A3FAAA}" presName="root" presStyleCnt="0">
        <dgm:presLayoutVars>
          <dgm:dir/>
          <dgm:resizeHandles val="exact"/>
        </dgm:presLayoutVars>
      </dgm:prSet>
      <dgm:spPr/>
    </dgm:pt>
    <dgm:pt modelId="{8C32D87A-3317-4919-875D-EC18B3E80085}" type="pres">
      <dgm:prSet presAssocID="{88E95FDB-08C2-412B-95C8-F9411619E935}" presName="compNode" presStyleCnt="0"/>
      <dgm:spPr/>
    </dgm:pt>
    <dgm:pt modelId="{2483D4E1-1A9E-4EC6-ADB0-39841112A521}" type="pres">
      <dgm:prSet presAssocID="{88E95FDB-08C2-412B-95C8-F9411619E935}" presName="bgRect" presStyleLbl="bgShp" presStyleIdx="0" presStyleCnt="2"/>
      <dgm:spPr/>
    </dgm:pt>
    <dgm:pt modelId="{7FF951FF-AAF9-4D9D-9CF2-157587835711}" type="pres">
      <dgm:prSet presAssocID="{88E95FDB-08C2-412B-95C8-F9411619E93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bros"/>
        </a:ext>
      </dgm:extLst>
    </dgm:pt>
    <dgm:pt modelId="{6FE9A3A1-4041-4A00-8C44-F28F749B3344}" type="pres">
      <dgm:prSet presAssocID="{88E95FDB-08C2-412B-95C8-F9411619E935}" presName="spaceRect" presStyleCnt="0"/>
      <dgm:spPr/>
    </dgm:pt>
    <dgm:pt modelId="{C9C561E5-943C-4E3E-98B8-8FEBBEA106DD}" type="pres">
      <dgm:prSet presAssocID="{88E95FDB-08C2-412B-95C8-F9411619E935}" presName="parTx" presStyleLbl="revTx" presStyleIdx="0" presStyleCnt="2">
        <dgm:presLayoutVars>
          <dgm:chMax val="0"/>
          <dgm:chPref val="0"/>
        </dgm:presLayoutVars>
      </dgm:prSet>
      <dgm:spPr/>
    </dgm:pt>
    <dgm:pt modelId="{29D1507B-CF3E-4C25-8565-60F3FFB718C4}" type="pres">
      <dgm:prSet presAssocID="{72806F14-E0C1-4F65-8CD0-F5BFC991922B}" presName="sibTrans" presStyleCnt="0"/>
      <dgm:spPr/>
    </dgm:pt>
    <dgm:pt modelId="{76E08352-EDD2-4455-BC3E-A0E7B444F4E4}" type="pres">
      <dgm:prSet presAssocID="{0FE464BC-3FF7-4480-AE12-852DD0817FCD}" presName="compNode" presStyleCnt="0"/>
      <dgm:spPr/>
    </dgm:pt>
    <dgm:pt modelId="{74B3E57A-7C0B-4500-B2AE-815C1EBCA3B1}" type="pres">
      <dgm:prSet presAssocID="{0FE464BC-3FF7-4480-AE12-852DD0817FCD}" presName="bgRect" presStyleLbl="bgShp" presStyleIdx="1" presStyleCnt="2"/>
      <dgm:spPr/>
    </dgm:pt>
    <dgm:pt modelId="{6CAC22D6-7DD9-4E55-9093-AA053A09CA3C}" type="pres">
      <dgm:prSet presAssocID="{0FE464BC-3FF7-4480-AE12-852DD0817FC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house scene"/>
        </a:ext>
      </dgm:extLst>
    </dgm:pt>
    <dgm:pt modelId="{1F15B4DF-C9C4-4E57-8E7B-678016027AF9}" type="pres">
      <dgm:prSet presAssocID="{0FE464BC-3FF7-4480-AE12-852DD0817FCD}" presName="spaceRect" presStyleCnt="0"/>
      <dgm:spPr/>
    </dgm:pt>
    <dgm:pt modelId="{B80CEB29-C902-487D-BAE0-E878CC1451FA}" type="pres">
      <dgm:prSet presAssocID="{0FE464BC-3FF7-4480-AE12-852DD0817FCD}" presName="parTx" presStyleLbl="revTx" presStyleIdx="1" presStyleCnt="2">
        <dgm:presLayoutVars>
          <dgm:chMax val="0"/>
          <dgm:chPref val="0"/>
        </dgm:presLayoutVars>
      </dgm:prSet>
      <dgm:spPr/>
    </dgm:pt>
  </dgm:ptLst>
  <dgm:cxnLst>
    <dgm:cxn modelId="{D371E36C-7FB6-40DE-8EFA-26040AC9B779}" type="presOf" srcId="{014E1AC2-469B-4663-92B0-8AA834A3FAAA}" destId="{44A8C0FB-78B4-4A37-AB9B-A86780246F31}" srcOrd="0" destOrd="0" presId="urn:microsoft.com/office/officeart/2018/2/layout/IconVerticalSolidList"/>
    <dgm:cxn modelId="{05B46E51-75C0-42E7-9153-3AD2C7D4F47C}" type="presOf" srcId="{0FE464BC-3FF7-4480-AE12-852DD0817FCD}" destId="{B80CEB29-C902-487D-BAE0-E878CC1451FA}" srcOrd="0" destOrd="0" presId="urn:microsoft.com/office/officeart/2018/2/layout/IconVerticalSolidList"/>
    <dgm:cxn modelId="{A74EE175-E743-42FC-A32B-798CB66030B6}" srcId="{014E1AC2-469B-4663-92B0-8AA834A3FAAA}" destId="{88E95FDB-08C2-412B-95C8-F9411619E935}" srcOrd="0" destOrd="0" parTransId="{E80FEB46-CFAE-479D-9EED-8EC72E6B4FB2}" sibTransId="{72806F14-E0C1-4F65-8CD0-F5BFC991922B}"/>
    <dgm:cxn modelId="{B80C4A82-2A85-414D-941C-313265005997}" type="presOf" srcId="{88E95FDB-08C2-412B-95C8-F9411619E935}" destId="{C9C561E5-943C-4E3E-98B8-8FEBBEA106DD}" srcOrd="0" destOrd="0" presId="urn:microsoft.com/office/officeart/2018/2/layout/IconVerticalSolidList"/>
    <dgm:cxn modelId="{BE2D23F6-E8EB-4466-B568-24358D1617E1}" srcId="{014E1AC2-469B-4663-92B0-8AA834A3FAAA}" destId="{0FE464BC-3FF7-4480-AE12-852DD0817FCD}" srcOrd="1" destOrd="0" parTransId="{F018A27F-CEEE-4959-8594-C560C573338C}" sibTransId="{8898CC11-B3AE-4A16-B53E-31B5316794B1}"/>
    <dgm:cxn modelId="{D0CF78DD-890C-4789-84EC-BE63A49FB959}" type="presParOf" srcId="{44A8C0FB-78B4-4A37-AB9B-A86780246F31}" destId="{8C32D87A-3317-4919-875D-EC18B3E80085}" srcOrd="0" destOrd="0" presId="urn:microsoft.com/office/officeart/2018/2/layout/IconVerticalSolidList"/>
    <dgm:cxn modelId="{3BD2AF92-CF92-4866-BD64-D1E9F029261C}" type="presParOf" srcId="{8C32D87A-3317-4919-875D-EC18B3E80085}" destId="{2483D4E1-1A9E-4EC6-ADB0-39841112A521}" srcOrd="0" destOrd="0" presId="urn:microsoft.com/office/officeart/2018/2/layout/IconVerticalSolidList"/>
    <dgm:cxn modelId="{C2BE9857-4661-4A02-B19A-49050A2413FC}" type="presParOf" srcId="{8C32D87A-3317-4919-875D-EC18B3E80085}" destId="{7FF951FF-AAF9-4D9D-9CF2-157587835711}" srcOrd="1" destOrd="0" presId="urn:microsoft.com/office/officeart/2018/2/layout/IconVerticalSolidList"/>
    <dgm:cxn modelId="{1516886D-E820-4B47-95CB-ACB47E2AF31A}" type="presParOf" srcId="{8C32D87A-3317-4919-875D-EC18B3E80085}" destId="{6FE9A3A1-4041-4A00-8C44-F28F749B3344}" srcOrd="2" destOrd="0" presId="urn:microsoft.com/office/officeart/2018/2/layout/IconVerticalSolidList"/>
    <dgm:cxn modelId="{A6024E6F-568F-4646-BEE8-43255CE54874}" type="presParOf" srcId="{8C32D87A-3317-4919-875D-EC18B3E80085}" destId="{C9C561E5-943C-4E3E-98B8-8FEBBEA106DD}" srcOrd="3" destOrd="0" presId="urn:microsoft.com/office/officeart/2018/2/layout/IconVerticalSolidList"/>
    <dgm:cxn modelId="{95559408-3943-4BAC-82C4-CE6C1BA321C0}" type="presParOf" srcId="{44A8C0FB-78B4-4A37-AB9B-A86780246F31}" destId="{29D1507B-CF3E-4C25-8565-60F3FFB718C4}" srcOrd="1" destOrd="0" presId="urn:microsoft.com/office/officeart/2018/2/layout/IconVerticalSolidList"/>
    <dgm:cxn modelId="{35BD6D7A-065B-4BB3-84D2-3824AEFE87E7}" type="presParOf" srcId="{44A8C0FB-78B4-4A37-AB9B-A86780246F31}" destId="{76E08352-EDD2-4455-BC3E-A0E7B444F4E4}" srcOrd="2" destOrd="0" presId="urn:microsoft.com/office/officeart/2018/2/layout/IconVerticalSolidList"/>
    <dgm:cxn modelId="{EE53F8EB-6BC3-4E70-A786-C303B82DB928}" type="presParOf" srcId="{76E08352-EDD2-4455-BC3E-A0E7B444F4E4}" destId="{74B3E57A-7C0B-4500-B2AE-815C1EBCA3B1}" srcOrd="0" destOrd="0" presId="urn:microsoft.com/office/officeart/2018/2/layout/IconVerticalSolidList"/>
    <dgm:cxn modelId="{BAA05A86-34AB-4F1C-9014-E4B9398AD5DF}" type="presParOf" srcId="{76E08352-EDD2-4455-BC3E-A0E7B444F4E4}" destId="{6CAC22D6-7DD9-4E55-9093-AA053A09CA3C}" srcOrd="1" destOrd="0" presId="urn:microsoft.com/office/officeart/2018/2/layout/IconVerticalSolidList"/>
    <dgm:cxn modelId="{37AD36F1-07B4-48EC-A64E-2826E57B9441}" type="presParOf" srcId="{76E08352-EDD2-4455-BC3E-A0E7B444F4E4}" destId="{1F15B4DF-C9C4-4E57-8E7B-678016027AF9}" srcOrd="2" destOrd="0" presId="urn:microsoft.com/office/officeart/2018/2/layout/IconVerticalSolidList"/>
    <dgm:cxn modelId="{B0337AA2-CD8E-44EE-9ECA-41FC8081E247}" type="presParOf" srcId="{76E08352-EDD2-4455-BC3E-A0E7B444F4E4}" destId="{B80CEB29-C902-487D-BAE0-E878CC1451F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C2FEC-C6E6-4B56-9C9B-9C11A38055B0}">
      <dsp:nvSpPr>
        <dsp:cNvPr id="0" name=""/>
        <dsp:cNvSpPr/>
      </dsp:nvSpPr>
      <dsp:spPr>
        <a:xfrm>
          <a:off x="0" y="4913"/>
          <a:ext cx="5913437" cy="849420"/>
        </a:xfrm>
        <a:prstGeom prst="round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a:t>Visual code stude</a:t>
          </a:r>
          <a:endParaRPr lang="en-US" sz="3300" kern="1200"/>
        </a:p>
      </dsp:txBody>
      <dsp:txXfrm>
        <a:off x="41465" y="46378"/>
        <a:ext cx="5830507" cy="766490"/>
      </dsp:txXfrm>
    </dsp:sp>
    <dsp:sp modelId="{A01DF920-5CA8-4838-921D-75B68324C1F0}">
      <dsp:nvSpPr>
        <dsp:cNvPr id="0" name=""/>
        <dsp:cNvSpPr/>
      </dsp:nvSpPr>
      <dsp:spPr>
        <a:xfrm>
          <a:off x="0" y="949373"/>
          <a:ext cx="5913437" cy="849420"/>
        </a:xfrm>
        <a:prstGeom prst="round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a:t>Angular </a:t>
          </a:r>
          <a:endParaRPr lang="en-US" sz="3300" kern="1200"/>
        </a:p>
      </dsp:txBody>
      <dsp:txXfrm>
        <a:off x="41465" y="990838"/>
        <a:ext cx="5830507" cy="766490"/>
      </dsp:txXfrm>
    </dsp:sp>
    <dsp:sp modelId="{81C1DE34-32B9-4C42-8336-9C09F44E362D}">
      <dsp:nvSpPr>
        <dsp:cNvPr id="0" name=""/>
        <dsp:cNvSpPr/>
      </dsp:nvSpPr>
      <dsp:spPr>
        <a:xfrm>
          <a:off x="0" y="1893833"/>
          <a:ext cx="5913437" cy="849420"/>
        </a:xfrm>
        <a:prstGeom prst="roundRect">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a:t>NodeJS.</a:t>
          </a:r>
          <a:endParaRPr lang="en-US" sz="3300" kern="1200"/>
        </a:p>
      </dsp:txBody>
      <dsp:txXfrm>
        <a:off x="41465" y="1935298"/>
        <a:ext cx="5830507" cy="766490"/>
      </dsp:txXfrm>
    </dsp:sp>
    <dsp:sp modelId="{823E46C7-91F4-407A-B5E3-69C4D32B92A5}">
      <dsp:nvSpPr>
        <dsp:cNvPr id="0" name=""/>
        <dsp:cNvSpPr/>
      </dsp:nvSpPr>
      <dsp:spPr>
        <a:xfrm>
          <a:off x="0" y="2838294"/>
          <a:ext cx="5913437" cy="849420"/>
        </a:xfrm>
        <a:prstGeom prst="roundRect">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SQLITE</a:t>
          </a:r>
        </a:p>
      </dsp:txBody>
      <dsp:txXfrm>
        <a:off x="41465" y="2879759"/>
        <a:ext cx="5830507" cy="766490"/>
      </dsp:txXfrm>
    </dsp:sp>
    <dsp:sp modelId="{4B38B837-0BC6-4F37-BE86-FAA4D2FC2F49}">
      <dsp:nvSpPr>
        <dsp:cNvPr id="0" name=""/>
        <dsp:cNvSpPr/>
      </dsp:nvSpPr>
      <dsp:spPr>
        <a:xfrm>
          <a:off x="0" y="3782754"/>
          <a:ext cx="5913437" cy="849420"/>
        </a:xfrm>
        <a:prstGeom prst="roundRect">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Apis</a:t>
          </a:r>
        </a:p>
      </dsp:txBody>
      <dsp:txXfrm>
        <a:off x="41465" y="3824219"/>
        <a:ext cx="5830507" cy="766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83D4E1-1A9E-4EC6-ADB0-39841112A521}">
      <dsp:nvSpPr>
        <dsp:cNvPr id="0" name=""/>
        <dsp:cNvSpPr/>
      </dsp:nvSpPr>
      <dsp:spPr>
        <a:xfrm>
          <a:off x="0" y="600525"/>
          <a:ext cx="9604375" cy="110866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F951FF-AAF9-4D9D-9CF2-157587835711}">
      <dsp:nvSpPr>
        <dsp:cNvPr id="0" name=""/>
        <dsp:cNvSpPr/>
      </dsp:nvSpPr>
      <dsp:spPr>
        <a:xfrm>
          <a:off x="335370" y="849974"/>
          <a:ext cx="609764" cy="6097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C561E5-943C-4E3E-98B8-8FEBBEA106DD}">
      <dsp:nvSpPr>
        <dsp:cNvPr id="0" name=""/>
        <dsp:cNvSpPr/>
      </dsp:nvSpPr>
      <dsp:spPr>
        <a:xfrm>
          <a:off x="1280504" y="600525"/>
          <a:ext cx="8323870" cy="1108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33" tIns="117333" rIns="117333" bIns="117333" numCol="1" spcCol="1270" anchor="ctr" anchorCtr="0">
          <a:noAutofit/>
        </a:bodyPr>
        <a:lstStyle/>
        <a:p>
          <a:pPr marL="0" lvl="0" indent="0" algn="l" defTabSz="800100">
            <a:lnSpc>
              <a:spcPct val="90000"/>
            </a:lnSpc>
            <a:spcBef>
              <a:spcPct val="0"/>
            </a:spcBef>
            <a:spcAft>
              <a:spcPct val="35000"/>
            </a:spcAft>
            <a:buNone/>
          </a:pPr>
          <a:r>
            <a:rPr lang="es-CL" sz="1800" kern="1200"/>
            <a:t>La educación es un privilegio cuando será normalizada y todos tengan educación de calidad la sociedad, cuando la sociedad tenga esta solución, el mundo avanzara a un mejor presente donde habrá mas equidad.</a:t>
          </a:r>
          <a:endParaRPr lang="en-US" sz="1800" kern="1200"/>
        </a:p>
      </dsp:txBody>
      <dsp:txXfrm>
        <a:off x="1280504" y="600525"/>
        <a:ext cx="8323870" cy="1108662"/>
      </dsp:txXfrm>
    </dsp:sp>
    <dsp:sp modelId="{74B3E57A-7C0B-4500-B2AE-815C1EBCA3B1}">
      <dsp:nvSpPr>
        <dsp:cNvPr id="0" name=""/>
        <dsp:cNvSpPr/>
      </dsp:nvSpPr>
      <dsp:spPr>
        <a:xfrm>
          <a:off x="0" y="1986352"/>
          <a:ext cx="9604375" cy="110866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AC22D6-7DD9-4E55-9093-AA053A09CA3C}">
      <dsp:nvSpPr>
        <dsp:cNvPr id="0" name=""/>
        <dsp:cNvSpPr/>
      </dsp:nvSpPr>
      <dsp:spPr>
        <a:xfrm>
          <a:off x="335370" y="2235801"/>
          <a:ext cx="609764" cy="6097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0CEB29-C902-487D-BAE0-E878CC1451FA}">
      <dsp:nvSpPr>
        <dsp:cNvPr id="0" name=""/>
        <dsp:cNvSpPr/>
      </dsp:nvSpPr>
      <dsp:spPr>
        <a:xfrm>
          <a:off x="1280504" y="1986352"/>
          <a:ext cx="8323870" cy="1108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333" tIns="117333" rIns="117333" bIns="117333" numCol="1" spcCol="1270" anchor="ctr" anchorCtr="0">
          <a:noAutofit/>
        </a:bodyPr>
        <a:lstStyle/>
        <a:p>
          <a:pPr marL="0" lvl="0" indent="0" algn="l" defTabSz="800100">
            <a:lnSpc>
              <a:spcPct val="90000"/>
            </a:lnSpc>
            <a:spcBef>
              <a:spcPct val="0"/>
            </a:spcBef>
            <a:spcAft>
              <a:spcPct val="35000"/>
            </a:spcAft>
            <a:buNone/>
          </a:pPr>
          <a:r>
            <a:rPr lang="es-CL" sz="1800" kern="1200"/>
            <a:t>Quiero que sea una app funcional donde la gente sepa en que confiar, algo que sea en competencia en el área digital, el conocimiento dejara der un privilegio sino un derecho.</a:t>
          </a:r>
          <a:endParaRPr lang="en-US" sz="1800" kern="1200"/>
        </a:p>
      </dsp:txBody>
      <dsp:txXfrm>
        <a:off x="1280504" y="1986352"/>
        <a:ext cx="8323870" cy="11086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smtClean="0"/>
              <a:t>‹Nº›</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251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641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2697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02613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34695" y="2824269"/>
            <a:ext cx="4608576"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454792" y="2821491"/>
            <a:ext cx="4608576"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0776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8795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92655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904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928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0502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165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12/1/2025</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‹Nº›</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257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5259EE0-CAF5-493C-858E-A9243EA89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rimer plano de una rayuela en la acera">
            <a:extLst>
              <a:ext uri="{FF2B5EF4-FFF2-40B4-BE49-F238E27FC236}">
                <a16:creationId xmlns:a16="http://schemas.microsoft.com/office/drawing/2014/main" id="{D47F8769-5F66-369C-E9F4-3B9A3F2C8237}"/>
              </a:ext>
            </a:extLst>
          </p:cNvPr>
          <p:cNvPicPr>
            <a:picLocks noChangeAspect="1"/>
          </p:cNvPicPr>
          <p:nvPr/>
        </p:nvPicPr>
        <p:blipFill>
          <a:blip r:embed="rId2">
            <a:duotone>
              <a:schemeClr val="bg2">
                <a:shade val="45000"/>
                <a:satMod val="135000"/>
              </a:schemeClr>
              <a:prstClr val="white"/>
            </a:duotone>
            <a:alphaModFix amt="50000"/>
          </a:blip>
          <a:srcRect t="10248" r="-1" b="5480"/>
          <a:stretch>
            <a:fillRect/>
          </a:stretch>
        </p:blipFill>
        <p:spPr>
          <a:xfrm>
            <a:off x="305" y="10"/>
            <a:ext cx="12191695" cy="6857990"/>
          </a:xfrm>
          <a:prstGeom prst="rect">
            <a:avLst/>
          </a:prstGeom>
        </p:spPr>
      </p:pic>
      <p:sp>
        <p:nvSpPr>
          <p:cNvPr id="18" name="Rectangle 17">
            <a:extLst>
              <a:ext uri="{FF2B5EF4-FFF2-40B4-BE49-F238E27FC236}">
                <a16:creationId xmlns:a16="http://schemas.microsoft.com/office/drawing/2014/main" id="{DCD1698A-B304-4251-8307-BE5D696B1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5732"/>
            <a:ext cx="12192000" cy="4118829"/>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AA9A5E2E-A8D0-C336-FC2A-50D60ED4A4EE}"/>
              </a:ext>
            </a:extLst>
          </p:cNvPr>
          <p:cNvSpPr>
            <a:spLocks noGrp="1"/>
          </p:cNvSpPr>
          <p:nvPr>
            <p:ph type="ctrTitle"/>
          </p:nvPr>
        </p:nvSpPr>
        <p:spPr>
          <a:xfrm>
            <a:off x="2493105" y="802298"/>
            <a:ext cx="8561747" cy="2541431"/>
          </a:xfrm>
        </p:spPr>
        <p:txBody>
          <a:bodyPr>
            <a:normAutofit/>
          </a:bodyPr>
          <a:lstStyle/>
          <a:p>
            <a:r>
              <a:rPr lang="es-CL"/>
              <a:t>Librería Virtual.</a:t>
            </a:r>
            <a:endParaRPr lang="es-CL" dirty="0"/>
          </a:p>
        </p:txBody>
      </p:sp>
      <p:sp>
        <p:nvSpPr>
          <p:cNvPr id="3" name="Subtítulo 2">
            <a:extLst>
              <a:ext uri="{FF2B5EF4-FFF2-40B4-BE49-F238E27FC236}">
                <a16:creationId xmlns:a16="http://schemas.microsoft.com/office/drawing/2014/main" id="{3AD2C565-EB1E-F9DA-C59F-F557EE5BDA76}"/>
              </a:ext>
            </a:extLst>
          </p:cNvPr>
          <p:cNvSpPr>
            <a:spLocks noGrp="1"/>
          </p:cNvSpPr>
          <p:nvPr>
            <p:ph type="subTitle" idx="1"/>
          </p:nvPr>
        </p:nvSpPr>
        <p:spPr>
          <a:xfrm>
            <a:off x="2493106" y="3531204"/>
            <a:ext cx="8561746" cy="977621"/>
          </a:xfrm>
        </p:spPr>
        <p:txBody>
          <a:bodyPr>
            <a:normAutofit/>
          </a:bodyPr>
          <a:lstStyle/>
          <a:p>
            <a:r>
              <a:rPr lang="es-CL"/>
              <a:t>Joaquin SAAVEDRA</a:t>
            </a:r>
          </a:p>
          <a:p>
            <a:endParaRPr lang="es-CL"/>
          </a:p>
        </p:txBody>
      </p:sp>
      <p:cxnSp>
        <p:nvCxnSpPr>
          <p:cNvPr id="20" name="Straight Connector 19">
            <a:extLst>
              <a:ext uri="{FF2B5EF4-FFF2-40B4-BE49-F238E27FC236}">
                <a16:creationId xmlns:a16="http://schemas.microsoft.com/office/drawing/2014/main" id="{06D3DE15-DB80-4D00-827C-A950117C82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pic>
        <p:nvPicPr>
          <p:cNvPr id="22" name="Picture 21">
            <a:extLst>
              <a:ext uri="{FF2B5EF4-FFF2-40B4-BE49-F238E27FC236}">
                <a16:creationId xmlns:a16="http://schemas.microsoft.com/office/drawing/2014/main" id="{5AEEC591-DD54-40F3-8BA3-834616AFDB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srcRect t="2769" b="-2769"/>
          <a:stretch/>
        </p:blipFill>
        <p:spPr>
          <a:xfrm>
            <a:off x="0" y="6135624"/>
            <a:ext cx="12192000" cy="742950"/>
          </a:xfrm>
          <a:prstGeom prst="rect">
            <a:avLst/>
          </a:prstGeom>
        </p:spPr>
      </p:pic>
      <p:cxnSp>
        <p:nvCxnSpPr>
          <p:cNvPr id="24" name="Straight Connector 23">
            <a:extLst>
              <a:ext uri="{FF2B5EF4-FFF2-40B4-BE49-F238E27FC236}">
                <a16:creationId xmlns:a16="http://schemas.microsoft.com/office/drawing/2014/main" id="{8BBEC0B2-5B0C-45EF-B375-ACB61DF740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06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6F8A2B-E5D4-3C11-DE8D-F56517201183}"/>
              </a:ext>
            </a:extLst>
          </p:cNvPr>
          <p:cNvSpPr>
            <a:spLocks noGrp="1"/>
          </p:cNvSpPr>
          <p:nvPr>
            <p:ph type="title"/>
          </p:nvPr>
        </p:nvSpPr>
        <p:spPr>
          <a:xfrm>
            <a:off x="849683" y="1240076"/>
            <a:ext cx="2727813" cy="4584527"/>
          </a:xfrm>
        </p:spPr>
        <p:txBody>
          <a:bodyPr anchor="t">
            <a:normAutofit/>
          </a:bodyPr>
          <a:lstStyle/>
          <a:p>
            <a:r>
              <a:rPr lang="es-CL">
                <a:solidFill>
                  <a:srgbClr val="FFFFFF"/>
                </a:solidFill>
              </a:rPr>
              <a:t>¿Qué app hacer? </a:t>
            </a:r>
          </a:p>
        </p:txBody>
      </p:sp>
      <p:sp>
        <p:nvSpPr>
          <p:cNvPr id="3" name="Marcador de contenido 2">
            <a:extLst>
              <a:ext uri="{FF2B5EF4-FFF2-40B4-BE49-F238E27FC236}">
                <a16:creationId xmlns:a16="http://schemas.microsoft.com/office/drawing/2014/main" id="{D6711B20-B894-5970-39AE-5569BB8D176B}"/>
              </a:ext>
            </a:extLst>
          </p:cNvPr>
          <p:cNvSpPr>
            <a:spLocks noGrp="1"/>
          </p:cNvSpPr>
          <p:nvPr>
            <p:ph idx="1"/>
          </p:nvPr>
        </p:nvSpPr>
        <p:spPr>
          <a:xfrm>
            <a:off x="4705594" y="1240077"/>
            <a:ext cx="6034827" cy="4916465"/>
          </a:xfrm>
        </p:spPr>
        <p:txBody>
          <a:bodyPr anchor="t">
            <a:normAutofit/>
          </a:bodyPr>
          <a:lstStyle/>
          <a:p>
            <a:r>
              <a:rPr lang="es-CL" dirty="0"/>
              <a:t>Estaba pensando en el conocimiento para poder,  expandirlo en masa a todo el mundo, algo accesible, algo que me dejara poder compartir al mundo y estuviera en los bolsillo de todos.</a:t>
            </a:r>
          </a:p>
        </p:txBody>
      </p:sp>
    </p:spTree>
    <p:extLst>
      <p:ext uri="{BB962C8B-B14F-4D97-AF65-F5344CB8AC3E}">
        <p14:creationId xmlns:p14="http://schemas.microsoft.com/office/powerpoint/2010/main" val="159020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 name="Picture 4" descr="Pila de libros multicolores">
            <a:extLst>
              <a:ext uri="{FF2B5EF4-FFF2-40B4-BE49-F238E27FC236}">
                <a16:creationId xmlns:a16="http://schemas.microsoft.com/office/drawing/2014/main" id="{89793A4C-756D-625B-24A4-217066DC89C3}"/>
              </a:ext>
            </a:extLst>
          </p:cNvPr>
          <p:cNvPicPr>
            <a:picLocks noChangeAspect="1"/>
          </p:cNvPicPr>
          <p:nvPr/>
        </p:nvPicPr>
        <p:blipFill>
          <a:blip r:embed="rId2"/>
          <a:srcRect l="36567" t="6775" r="1" b="2317"/>
          <a:stretch>
            <a:fillRect/>
          </a:stretch>
        </p:blipFill>
        <p:spPr>
          <a:xfrm>
            <a:off x="2" y="10"/>
            <a:ext cx="12191695" cy="6857990"/>
          </a:xfrm>
          <a:prstGeom prst="rect">
            <a:avLst/>
          </a:prstGeom>
        </p:spPr>
      </p:pic>
      <p:sp>
        <p:nvSpPr>
          <p:cNvPr id="24" name="Rectangle 23">
            <a:extLst>
              <a:ext uri="{FF2B5EF4-FFF2-40B4-BE49-F238E27FC236}">
                <a16:creationId xmlns:a16="http://schemas.microsoft.com/office/drawing/2014/main" id="{CE15AA44-F065-4781-BEE7-BA8E7C471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1643" y="636753"/>
            <a:ext cx="8299435" cy="5572811"/>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9B23252-F1E4-5DF0-F708-62F93222E89C}"/>
              </a:ext>
            </a:extLst>
          </p:cNvPr>
          <p:cNvSpPr>
            <a:spLocks noGrp="1"/>
          </p:cNvSpPr>
          <p:nvPr>
            <p:ph type="title"/>
          </p:nvPr>
        </p:nvSpPr>
        <p:spPr>
          <a:xfrm>
            <a:off x="4063421" y="804520"/>
            <a:ext cx="6734591" cy="1049235"/>
          </a:xfrm>
        </p:spPr>
        <p:txBody>
          <a:bodyPr>
            <a:normAutofit/>
          </a:bodyPr>
          <a:lstStyle/>
          <a:p>
            <a:r>
              <a:rPr lang="es-CL">
                <a:solidFill>
                  <a:srgbClr val="FFFFFE"/>
                </a:solidFill>
              </a:rPr>
              <a:t>Una APP DE LIBRERÍA. </a:t>
            </a:r>
          </a:p>
        </p:txBody>
      </p:sp>
      <p:sp>
        <p:nvSpPr>
          <p:cNvPr id="3" name="Marcador de contenido 2">
            <a:extLst>
              <a:ext uri="{FF2B5EF4-FFF2-40B4-BE49-F238E27FC236}">
                <a16:creationId xmlns:a16="http://schemas.microsoft.com/office/drawing/2014/main" id="{99535C1A-8E18-C52C-A475-BB898DE88FBF}"/>
              </a:ext>
            </a:extLst>
          </p:cNvPr>
          <p:cNvSpPr>
            <a:spLocks noGrp="1"/>
          </p:cNvSpPr>
          <p:nvPr>
            <p:ph idx="1"/>
          </p:nvPr>
        </p:nvSpPr>
        <p:spPr>
          <a:xfrm>
            <a:off x="4063421" y="2015733"/>
            <a:ext cx="6734591" cy="4021267"/>
          </a:xfrm>
        </p:spPr>
        <p:txBody>
          <a:bodyPr>
            <a:normAutofit/>
          </a:bodyPr>
          <a:lstStyle/>
          <a:p>
            <a:r>
              <a:rPr lang="es-CL">
                <a:solidFill>
                  <a:srgbClr val="FFFFFE"/>
                </a:solidFill>
              </a:rPr>
              <a:t>Una app donde estuvieran todos los libros del mundo, donde fueran descargables. Donde los médicos pudieran descargar libros caros de manera accesible, políticos pudieran leer archivos y ensayos en pdf.</a:t>
            </a:r>
          </a:p>
        </p:txBody>
      </p:sp>
      <p:cxnSp>
        <p:nvCxnSpPr>
          <p:cNvPr id="26" name="Straight Connector 25">
            <a:extLst>
              <a:ext uri="{FF2B5EF4-FFF2-40B4-BE49-F238E27FC236}">
                <a16:creationId xmlns:a16="http://schemas.microsoft.com/office/drawing/2014/main" id="{B5C32177-8746-4CFD-8590-5F71226814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54783" y="798334"/>
            <a:ext cx="0" cy="1055421"/>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622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3E94E3B-CFA4-455A-9673-F46D27D1F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71B8AF-24E1-4CE5-BB2F-6872EEC22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ítulo 1">
            <a:extLst>
              <a:ext uri="{FF2B5EF4-FFF2-40B4-BE49-F238E27FC236}">
                <a16:creationId xmlns:a16="http://schemas.microsoft.com/office/drawing/2014/main" id="{81D97167-D999-C289-34D7-B0182AD41717}"/>
              </a:ext>
            </a:extLst>
          </p:cNvPr>
          <p:cNvSpPr>
            <a:spLocks noGrp="1"/>
          </p:cNvSpPr>
          <p:nvPr>
            <p:ph type="title"/>
          </p:nvPr>
        </p:nvSpPr>
        <p:spPr>
          <a:xfrm>
            <a:off x="1451579" y="2303047"/>
            <a:ext cx="3272093" cy="2674198"/>
          </a:xfrm>
        </p:spPr>
        <p:txBody>
          <a:bodyPr anchor="t">
            <a:normAutofit/>
          </a:bodyPr>
          <a:lstStyle/>
          <a:p>
            <a:r>
              <a:rPr lang="es-CL" dirty="0"/>
              <a:t>Por ende se ocupo </a:t>
            </a:r>
          </a:p>
        </p:txBody>
      </p:sp>
      <p:cxnSp>
        <p:nvCxnSpPr>
          <p:cNvPr id="16" name="Straight Connector 15">
            <a:extLst>
              <a:ext uri="{FF2B5EF4-FFF2-40B4-BE49-F238E27FC236}">
                <a16:creationId xmlns:a16="http://schemas.microsoft.com/office/drawing/2014/main" id="{633E6928-1881-40F9-942A-64C25008A3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8" name="Title 1">
            <a:extLst>
              <a:ext uri="{FF2B5EF4-FFF2-40B4-BE49-F238E27FC236}">
                <a16:creationId xmlns:a16="http://schemas.microsoft.com/office/drawing/2014/main" id="{9EE85D1E-6AE6-45FB-8F62-424732BE3A3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cxnSp>
        <p:nvCxnSpPr>
          <p:cNvPr id="20" name="Straight Connector 19">
            <a:extLst>
              <a:ext uri="{FF2B5EF4-FFF2-40B4-BE49-F238E27FC236}">
                <a16:creationId xmlns:a16="http://schemas.microsoft.com/office/drawing/2014/main" id="{6EC9DAD0-4276-4BDF-80D8-C985DFED0E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46827CF0-2230-41FD-8518-1B5AD47690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srcRect t="2769" b="-2769"/>
          <a:stretch/>
        </p:blipFill>
        <p:spPr>
          <a:xfrm>
            <a:off x="0" y="6135624"/>
            <a:ext cx="12192000" cy="742950"/>
          </a:xfrm>
          <a:prstGeom prst="rect">
            <a:avLst/>
          </a:prstGeom>
        </p:spPr>
      </p:pic>
      <p:graphicFrame>
        <p:nvGraphicFramePr>
          <p:cNvPr id="7" name="Marcador de contenido 2">
            <a:extLst>
              <a:ext uri="{FF2B5EF4-FFF2-40B4-BE49-F238E27FC236}">
                <a16:creationId xmlns:a16="http://schemas.microsoft.com/office/drawing/2014/main" id="{7C186155-29E1-55A3-6F3E-E5E43B1C0FD5}"/>
              </a:ext>
            </a:extLst>
          </p:cNvPr>
          <p:cNvGraphicFramePr>
            <a:graphicFrameLocks noGrp="1"/>
          </p:cNvGraphicFramePr>
          <p:nvPr>
            <p:ph idx="1"/>
            <p:extLst>
              <p:ext uri="{D42A27DB-BD31-4B8C-83A1-F6EECF244321}">
                <p14:modId xmlns:p14="http://schemas.microsoft.com/office/powerpoint/2010/main" val="49271141"/>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2272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62080C-82B3-E1CE-C174-993B092FD543}"/>
              </a:ext>
            </a:extLst>
          </p:cNvPr>
          <p:cNvSpPr>
            <a:spLocks noGrp="1"/>
          </p:cNvSpPr>
          <p:nvPr>
            <p:ph type="title"/>
          </p:nvPr>
        </p:nvSpPr>
        <p:spPr>
          <a:xfrm>
            <a:off x="882651" y="977028"/>
            <a:ext cx="3333410" cy="5237503"/>
          </a:xfrm>
        </p:spPr>
        <p:txBody>
          <a:bodyPr anchor="ctr">
            <a:normAutofit/>
          </a:bodyPr>
          <a:lstStyle/>
          <a:p>
            <a:r>
              <a:rPr lang="es-CL">
                <a:solidFill>
                  <a:schemeClr val="bg2"/>
                </a:solidFill>
              </a:rPr>
              <a:t>Con código limpio</a:t>
            </a:r>
          </a:p>
        </p:txBody>
      </p:sp>
      <p:sp useBgFill="1">
        <p:nvSpPr>
          <p:cNvPr id="36" name="Rectangle 35">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1"/>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DD74A8-5576-BE2E-1512-64BD3E0E9B87}"/>
              </a:ext>
            </a:extLst>
          </p:cNvPr>
          <p:cNvSpPr>
            <a:spLocks noGrp="1"/>
          </p:cNvSpPr>
          <p:nvPr>
            <p:ph idx="1"/>
          </p:nvPr>
        </p:nvSpPr>
        <p:spPr>
          <a:xfrm>
            <a:off x="5791954" y="977029"/>
            <a:ext cx="5428789" cy="5237503"/>
          </a:xfrm>
        </p:spPr>
        <p:txBody>
          <a:bodyPr anchor="ctr">
            <a:normAutofit/>
          </a:bodyPr>
          <a:lstStyle/>
          <a:p>
            <a:r>
              <a:rPr lang="es-CL" dirty="0"/>
              <a:t>Como se sabe se ocupo SQLite donde la gente se puede </a:t>
            </a:r>
            <a:r>
              <a:rPr lang="es-CL" dirty="0" err="1"/>
              <a:t>loguear</a:t>
            </a:r>
            <a:r>
              <a:rPr lang="es-CL" dirty="0"/>
              <a:t> y guardar.</a:t>
            </a:r>
          </a:p>
          <a:p>
            <a:r>
              <a:rPr lang="es-CL" dirty="0"/>
              <a:t>Se ocupo una API de tiempo donde se iguala en tiempo. Donde este dice el clima.</a:t>
            </a:r>
          </a:p>
        </p:txBody>
      </p:sp>
    </p:spTree>
    <p:extLst>
      <p:ext uri="{BB962C8B-B14F-4D97-AF65-F5344CB8AC3E}">
        <p14:creationId xmlns:p14="http://schemas.microsoft.com/office/powerpoint/2010/main" val="230069418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77980C74-AF2A-4450-847A-E743B22A2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4A5C6F-E11D-D952-A83B-4A03543CEA78}"/>
              </a:ext>
            </a:extLst>
          </p:cNvPr>
          <p:cNvSpPr>
            <a:spLocks noGrp="1"/>
          </p:cNvSpPr>
          <p:nvPr>
            <p:ph type="title"/>
          </p:nvPr>
        </p:nvSpPr>
        <p:spPr>
          <a:xfrm>
            <a:off x="1534696" y="804519"/>
            <a:ext cx="9520158" cy="1049235"/>
          </a:xfrm>
        </p:spPr>
        <p:txBody>
          <a:bodyPr>
            <a:normAutofit/>
          </a:bodyPr>
          <a:lstStyle/>
          <a:p>
            <a:r>
              <a:rPr lang="es-CL" dirty="0"/>
              <a:t>Conclusión</a:t>
            </a:r>
          </a:p>
        </p:txBody>
      </p:sp>
      <p:cxnSp>
        <p:nvCxnSpPr>
          <p:cNvPr id="40" name="Straight Connector 39">
            <a:extLst>
              <a:ext uri="{FF2B5EF4-FFF2-40B4-BE49-F238E27FC236}">
                <a16:creationId xmlns:a16="http://schemas.microsoft.com/office/drawing/2014/main" id="{E9CE1AD2-68C8-4D23-BCA6-A6714F325D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30874" y="1996645"/>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2" name="Rectangle 41">
            <a:extLst>
              <a:ext uri="{FF2B5EF4-FFF2-40B4-BE49-F238E27FC236}">
                <a16:creationId xmlns:a16="http://schemas.microsoft.com/office/drawing/2014/main" id="{698C92D5-DA82-49A4-B257-78C3125FA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34" name="Marcador de contenido 2">
            <a:extLst>
              <a:ext uri="{FF2B5EF4-FFF2-40B4-BE49-F238E27FC236}">
                <a16:creationId xmlns:a16="http://schemas.microsoft.com/office/drawing/2014/main" id="{CF290A45-B87C-7299-1743-A3FDBD90BCBE}"/>
              </a:ext>
            </a:extLst>
          </p:cNvPr>
          <p:cNvGraphicFramePr>
            <a:graphicFrameLocks noGrp="1"/>
          </p:cNvGraphicFramePr>
          <p:nvPr>
            <p:ph idx="1"/>
            <p:extLst>
              <p:ext uri="{D42A27DB-BD31-4B8C-83A1-F6EECF244321}">
                <p14:modId xmlns:p14="http://schemas.microsoft.com/office/powerpoint/2010/main" val="2340561529"/>
              </p:ext>
            </p:extLst>
          </p:nvPr>
        </p:nvGraphicFramePr>
        <p:xfrm>
          <a:off x="1130270" y="2502076"/>
          <a:ext cx="9604375" cy="3695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7549885"/>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ería">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Gallery</Template>
  <TotalTime>25</TotalTime>
  <Words>203</Words>
  <Application>Microsoft Office PowerPoint</Application>
  <PresentationFormat>Panorámica</PresentationFormat>
  <Paragraphs>18</Paragraphs>
  <Slides>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Palatino Linotype</vt:lpstr>
      <vt:lpstr>Galería</vt:lpstr>
      <vt:lpstr>Librería Virtual.</vt:lpstr>
      <vt:lpstr>¿Qué app hacer? </vt:lpstr>
      <vt:lpstr>Una APP DE LIBRERÍA. </vt:lpstr>
      <vt:lpstr>Por ende se ocupo </vt:lpstr>
      <vt:lpstr>Con código limpio</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JOAQUIN ANTONIO SAAVEDRA SOTO</dc:creator>
  <cp:lastModifiedBy>JOAQUIN ANTONIO SAAVEDRA SOTO</cp:lastModifiedBy>
  <cp:revision>5</cp:revision>
  <dcterms:created xsi:type="dcterms:W3CDTF">2025-11-11T02:23:49Z</dcterms:created>
  <dcterms:modified xsi:type="dcterms:W3CDTF">2025-12-02T01:51:47Z</dcterms:modified>
</cp:coreProperties>
</file>